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94360"/>
            <a:ext cx="5303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6936D9"/>
                </a:solidFill>
                <a:latin typeface="Aptos"/>
              </a:rPr>
              <a:t>ROOTCAUSE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685800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1421"/>
                </a:solidFill>
                <a:latin typeface="Aptos"/>
              </a:rPr>
              <a:t>Smart Guided
Troubleshooting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2743200"/>
            <a:ext cx="6675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96574"/>
                </a:solidFill>
                <a:latin typeface="Aptos"/>
              </a:rPr>
              <a:t>Samsung PRISM Generative AI Hackathon 2026–27 · Theme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51206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71421"/>
                </a:solidFill>
                <a:latin typeface="Aptos"/>
              </a:rPr>
              <a:t>VIT Vellore · rootcause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532120"/>
            <a:ext cx="4389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6574"/>
                </a:solidFill>
                <a:latin typeface="Aptos"/>
              </a:rPr>
              <a:t>Dev Raj · 24BDS0080
Sarang Raj · 24BDS0091
Antony Roy · 24BCE0920</a:t>
            </a:r>
          </a:p>
        </p:txBody>
      </p:sp>
      <p:sp>
        <p:nvSpPr>
          <p:cNvPr id="7" name="Oval 6"/>
          <p:cNvSpPr/>
          <p:nvPr/>
        </p:nvSpPr>
        <p:spPr>
          <a:xfrm>
            <a:off x="9966960" y="2103120"/>
            <a:ext cx="658368" cy="658368"/>
          </a:xfrm>
          <a:prstGeom prst="ellipse">
            <a:avLst/>
          </a:prstGeom>
          <a:solidFill>
            <a:srgbClr val="693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0" y="3108960"/>
            <a:ext cx="411480" cy="411480"/>
          </a:xfrm>
          <a:prstGeom prst="ellipse">
            <a:avLst/>
          </a:prstGeom>
          <a:solidFill>
            <a:srgbClr val="C5B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98480" y="3749039"/>
            <a:ext cx="457200" cy="457200"/>
          </a:xfrm>
          <a:prstGeom prst="ellipse">
            <a:avLst/>
          </a:prstGeom>
          <a:solidFill>
            <a:srgbClr val="C5B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0" y="4480560"/>
            <a:ext cx="320040" cy="320040"/>
          </a:xfrm>
          <a:prstGeom prst="ellipse">
            <a:avLst/>
          </a:prstGeom>
          <a:solidFill>
            <a:srgbClr val="C5B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Theme 02 — Guided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424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696574"/>
                </a:solidFill>
                <a:latin typeface="Aptos"/>
              </a:rPr>
              <a:t>Turn a vague device complaint into one-click fix steps.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45336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Problem in our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20240"/>
            <a:ext cx="5065776" cy="3721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Users report symptoms like “screen flickers and battery dies fast”. Support agents translate those words into troubleshooting steps, while users still have to hunt through Settings.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39496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545336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What RootCause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2512" y="1920240"/>
            <a:ext cx="5065776" cy="3721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Query enrichment → source-grounded retrieval → structured ordered actions → exact catalog deeplinks → validation → fast-path cache.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Existing Solutions &amp; Gaps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2588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1453895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Search / knowledge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828800"/>
            <a:ext cx="314553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Good at finding articles, but the user still interprets long instructions and navigates Settings manually.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2588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453895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Generic chatbot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1828800"/>
            <a:ext cx="314553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Can paraphrase advice, but may invent unsupported actions or links without a strict output contract.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32588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1" y="1453895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Rule-only flows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1828800"/>
            <a:ext cx="314553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Reliable for known cases, but brittle when the same complaint is phrased differently.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Our Solution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424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696574"/>
                </a:solidFill>
                <a:latin typeface="Aptos"/>
              </a:rPr>
              <a:t>Grounding first. Actions second. Validation before delivery.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15544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2231136"/>
            <a:ext cx="1225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606039"/>
            <a:ext cx="1225295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Query Enrichment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84832" y="27889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936D9"/>
                </a:solidFill>
                <a:latin typeface="Apto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39" y="2103120"/>
            <a:ext cx="15544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42032" y="2231136"/>
            <a:ext cx="1225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2606039"/>
            <a:ext cx="1225295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SIIS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9352" y="27889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936D9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2103120"/>
            <a:ext cx="15544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1" y="2231136"/>
            <a:ext cx="1225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1" y="2606039"/>
            <a:ext cx="1225295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Step Structuring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33871" y="27889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936D9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2103120"/>
            <a:ext cx="15544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1" y="2231136"/>
            <a:ext cx="1225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1" y="2606039"/>
            <a:ext cx="1225295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Deeplink Catalog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27889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936D9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2103120"/>
            <a:ext cx="15544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2231136"/>
            <a:ext cx="1225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606039"/>
            <a:ext cx="1225295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Contract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2912" y="278892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936D9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2103120"/>
            <a:ext cx="15544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0112" y="2231136"/>
            <a:ext cx="1225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0112" y="2606039"/>
            <a:ext cx="1225295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Semantic Cache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80060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71421"/>
                </a:solidFill>
                <a:latin typeface="Aptos"/>
              </a:rPr>
              <a:t>REST API: POST /v1/troubleshoot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800600"/>
            <a:ext cx="6400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96574"/>
                </a:solidFill>
                <a:latin typeface="Aptos"/>
              </a:rPr>
              <a:t>Goal → Actions → StepGroups → actionable/validation deeplinks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Demo &amp; Product Walkthrough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6576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453895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284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My screen is laggy and touch inputs are delayed.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325880"/>
            <a:ext cx="3200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5152" y="1453895"/>
            <a:ext cx="28712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1828800"/>
            <a:ext cx="28712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Normalize symptom language
Retrieve best SIIS case
Extract ordered steps
Resolve only catalog-known deeplinks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325880"/>
            <a:ext cx="36576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4152" y="1453895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152" y="1828800"/>
            <a:ext cx="33284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Structured JSON
Action category
Step groups
Validation deeplink
Actionable deeplink
Cache metadata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Tools &amp; Tech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1453895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API &amp; Runtime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828800"/>
            <a:ext cx="319125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Python · FastAPI · Pydantic
Docker · Uvicorn
REST JSON contract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453895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1828800"/>
            <a:ext cx="319125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Word + character TF-IDF
Fuzzy token reranking
Source-grounded SIIS retrieval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1" y="1453895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1828800"/>
            <a:ext cx="319125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Catalog-only deeplinks
HTTP URL leak checks
Schema validation
Intent-aware cache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Impact &amp;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Customer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Reduce translation from vague complaints to concrete device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35424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Self-service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424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One structured answer can guide the user to the relevant Settings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7304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1896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Knowledge reuse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1896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Separate retrieval and mapping layers keep the approach reusable across many scenarios.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Innovation, Results &amp;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Grounded action planning
Catalog-gated deeplinks
Contract-first output
Fast path for repeated intent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35424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Prototype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424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20 supplied starter cases
Planner P95: n/a ms
Cache P95: n/a ms
Local CPU measurements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7304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1896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1896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Starter corpus only
Retrieval quality depends on corpus coverage
Production would use stronger semantic embeddings and distributed caching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What’s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Dense embeddings + ANN indexing
Larger scenario catalog
Distributed cache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35424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424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Human-labeled evaluation set
Intent/step accuracy dashboards
More robust paraphrase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7304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1896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1896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Device-aware Settings handoff
Support analytics
Worklet-ready service boundaries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Brownie Points — Differentiation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Grounded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Every step starts from supplied troubleshooting knowledge; unsupported HTTP URLs are blocked.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35424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Actionable by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424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Answers carry a catalog-linked action whenever an exact deeplink exists.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7304" y="1325880"/>
            <a:ext cx="34290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5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1896" y="1453895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936D9"/>
                </a:solidFill>
                <a:latin typeface="Aptos"/>
              </a:rPr>
              <a:t>Fast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1896" y="1828800"/>
            <a:ext cx="3099816" cy="3858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171421"/>
                </a:solidFill>
                <a:latin typeface="Aptos"/>
              </a:rPr>
              <a:t>Validated answers can be served from an intent-aware cache for repeat phrasing.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Submission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6936D9"/>
                </a:solidFill>
                <a:latin typeface="Aptos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3258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71421"/>
                </a:solidFill>
                <a:latin typeface="Aptos"/>
              </a:rPr>
              <a:t>Working prototype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6936D9"/>
                </a:solidFill>
                <a:latin typeface="Apto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92807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71421"/>
                </a:solidFill>
                <a:latin typeface="Aptos"/>
              </a:rPr>
              <a:t>README + reproducible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59736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6936D9"/>
                </a:solidFill>
                <a:latin typeface="Aptos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71421"/>
                </a:solidFill>
                <a:latin typeface="Aptos"/>
              </a:rPr>
              <a:t>Dockerfile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26664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6936D9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26664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71421"/>
                </a:solidFill>
                <a:latin typeface="Aptos"/>
              </a:rPr>
              <a:t>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93592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6936D9"/>
                </a:solidFill>
                <a:latin typeface="Apto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93592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71421"/>
                </a:solidFill>
                <a:latin typeface="Aptos"/>
              </a:rPr>
              <a:t>AI disclosure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6936D9"/>
                </a:solidFill>
                <a:latin typeface="Apto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16052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71421"/>
                </a:solidFill>
                <a:latin typeface="Aptos"/>
              </a:rPr>
              <a:t>Demo video ≤ 5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27448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6936D9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727448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71421"/>
                </a:solidFill>
                <a:latin typeface="Aptos"/>
              </a:rPr>
              <a:t>Final judging tag: PRISM_GENAI_HACKATHON_Y2026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669280"/>
            <a:ext cx="6583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6936D9"/>
                </a:solidFill>
                <a:latin typeface="Aptos"/>
              </a:rPr>
              <a:t>https://github.com/DevRaj-24/rootcause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171421"/>
                </a:solidFill>
                <a:latin typeface="Aptos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424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696574"/>
                </a:solidFill>
                <a:latin typeface="Aptos"/>
              </a:rPr>
              <a:t>rootcause · VIT Vellore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011680"/>
            <a:ext cx="81381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71421"/>
                </a:solidFill>
                <a:latin typeface="Aptos"/>
              </a:rPr>
              <a:t>Vague complaint in.
Validated troubleshooting plan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3794760"/>
            <a:ext cx="6583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696574"/>
                </a:solidFill>
                <a:latin typeface="Aptos"/>
              </a:rPr>
              <a:t>Dev Raj · Sarang Raj · Antony Roy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